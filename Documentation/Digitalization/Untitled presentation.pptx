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e3fe44d1f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e3fe44d1f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e3fe44d1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e3fe44d1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e3fe44d1f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e3fe44d1f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e3fe44d1f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e3fe44d1f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e3fe44d1f_0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e3fe44d1f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e3fe44d1f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e3fe44d1f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idx="1" type="subTitle"/>
          </p:nvPr>
        </p:nvSpPr>
        <p:spPr>
          <a:xfrm>
            <a:off x="413350" y="1665150"/>
            <a:ext cx="8520600" cy="312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/>
              <a:t>SAM CONTROLS</a:t>
            </a:r>
            <a:endParaRPr b="1" sz="4100"/>
          </a:p>
          <a:p>
            <a:pPr indent="0" lvl="0" marL="685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SOFTWARE PRODUCT</a:t>
            </a:r>
            <a:endParaRPr b="1" sz="1900"/>
          </a:p>
          <a:p>
            <a:pPr indent="0" lvl="0" marL="685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 </a:t>
            </a:r>
            <a:endParaRPr b="1" sz="1900"/>
          </a:p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FOR </a:t>
            </a:r>
            <a:endParaRPr b="1" sz="1900"/>
          </a:p>
          <a:p>
            <a:pPr indent="0" lvl="0" marL="685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AUTOMATION </a:t>
            </a:r>
            <a:endParaRPr b="1" sz="1900"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600" y="138075"/>
            <a:ext cx="2754800" cy="11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149775"/>
            <a:ext cx="70389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SIGNUP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88" y="1059212"/>
            <a:ext cx="8020224" cy="392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311700" y="190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LOGIN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400" y="1076275"/>
            <a:ext cx="8460252" cy="38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1497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ADMIN LOGIN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63" y="1078338"/>
            <a:ext cx="8038277" cy="38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200600"/>
            <a:ext cx="7038900" cy="5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ADMIN FORM AND OPTIONS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50" y="995900"/>
            <a:ext cx="8154926" cy="39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 rot="1057">
            <a:off x="1961880" y="904773"/>
            <a:ext cx="585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 u="sng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OPTIONS</a:t>
            </a:r>
            <a:endParaRPr b="1" sz="1300" u="sng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2154975" y="1148650"/>
            <a:ext cx="884400" cy="345600"/>
          </a:xfrm>
          <a:prstGeom prst="stripedRightArrow">
            <a:avLst>
              <a:gd fmla="val 29413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32063" y="1721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USER SIDE 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025" y="941900"/>
            <a:ext cx="8392965" cy="4069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/>
          <p:nvPr/>
        </p:nvSpPr>
        <p:spPr>
          <a:xfrm>
            <a:off x="2317625" y="701375"/>
            <a:ext cx="1433400" cy="681000"/>
          </a:xfrm>
          <a:prstGeom prst="downArrowCallout">
            <a:avLst>
              <a:gd fmla="val 25000" name="adj1"/>
              <a:gd fmla="val 25000" name="adj2"/>
              <a:gd fmla="val 25000" name="adj3"/>
              <a:gd fmla="val 64977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2317625" y="701375"/>
            <a:ext cx="585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FUNCTION TABS </a:t>
            </a:r>
            <a:endParaRPr b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625" y="1010359"/>
            <a:ext cx="7594826" cy="31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